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2"/>
  </p:sldIdLst>
  <p:sldSz cx="9144000" cy="5143500" type="screen16x9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" Target="slides/slide1.xml"/><Relationship Id="rId3" Type="http://schemas.openxmlformats.org/officeDocument/2006/relationships/slideMaster" Target="slideMasters/slideMaster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/>
          </p:nvPr>
        </p:nvSpPr>
        <p:spPr>
          <a:xfrm>
            <a:off x="685800" y="1700213"/>
            <a:ext cx="5772150" cy="3679371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Mention {{ client }} by name.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ooter text 91"/>
          <p:cNvSpPr txBox="1"/>
          <p:nvPr/>
        </p:nvSpPr>
        <p:spPr>
          <a:xfrm>
            <a:off x="457200" y="4457700"/>
            <a:ext cx="8229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Prepared for {{ client }}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ooter text 9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{{ client }} -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>
        <a:defRPr sz="4400">
          <a:solidFill>
            <a:schemeClr val="tx1"/>
          </a:solidFill>
        </a:defRPr>
      </a:lvl1pPr>
    </p:titleStyle>
    <p:bodyStyle>
      <a:lvl1pPr>
        <a:defRPr sz="2400">
          <a:solidFill>
            <a:schemeClr val="tx1"/>
          </a:solidFill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50">
                <a:solidFill>
                  <a:srgbClr val="111827"/>
                </a:solidFill>
              </a:rPr>
              <a:t>Proposal for {{ client }}</a:t>
            </a:r>
          </a:p>
        </p:txBody>
      </p:sp>
      <p:sp>
        <p:nvSpPr>
          <p:cNvPr id="3" name="t2"/>
          <p:cNvSpPr txBox="1"/>
          <p:nvPr/>
        </p:nvSpPr>
        <p:spPr>
          <a:xfrm>
            <a:off x="457200" y="1543050"/>
            <a:ext cx="8229600" cy="771525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1050">
                <a:solidFill>
                  <a:srgbClr val="111827"/>
                </a:solidFill>
              </a:rPr>
              <a:t>Total {{ amo</a:t>
            </a:r>
            <a:r>
              <a:rPr lang="en-US" sz="1050" b="1"/>
              <a:t>unt | money:USD }}</a:t>
            </a:r>
          </a:p>
        </p:txBody>
      </p:sp>
      <p:graphicFrame>
        <p:nvGraphicFramePr>
          <p:cNvPr id="4" name="tb"/>
          <p:cNvGraphicFramePr>
            <a:graphicFrameLocks noGrp="1"/>
          </p:cNvGraphicFramePr>
          <p:nvPr/>
        </p:nvGraphicFramePr>
        <p:xfrm>
          <a:off x="457200" y="2571750"/>
          <a:ext cx="8229600" cy="154305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solidFill>
                      <a:srgbClr val="F9731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050">
                          <a:solidFill>
                            <a:srgbClr val="111827"/>
                          </a:solidFill>
                        </a:rPr>
                        <a:t>Project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>
                          <a:solidFill>
                            <a:srgbClr val="111827"/>
                          </a:solidFill>
                        </a:rPr>
                        <a:t>{{ project }}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050">
                          <a:solidFill>
                            <a:srgbClr val="111827"/>
                          </a:solidFill>
                        </a:rPr>
                        <a:t>Client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>
                          <a:solidFill>
                            <a:srgbClr val="111827"/>
                          </a:solidFill>
                        </a:rPr>
                        <a:t>{{ client }}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DarkSlide">
  <a:themeElements>
    <a:clrScheme name="DarkSlide">
      <a:dk1>
        <a:srgbClr val="111827"/>
      </a:dk1>
      <a:lt1>
        <a:srgbClr val="FFFFFF"/>
      </a:lt1>
      <a:dk2>
        <a:srgbClr val="6B7280"/>
      </a:dk2>
      <a:lt2>
        <a:srgbClr val="F3F4F6"/>
      </a:lt2>
      <a:accent1>
        <a:srgbClr val="F97316"/>
      </a:accent1>
      <a:accent2>
        <a:srgbClr val="EC4899"/>
      </a:accent2>
      <a:accent3>
        <a:srgbClr val="06B6D4"/>
      </a:accent3>
      <a:accent4>
        <a:srgbClr val="F59E0B"/>
      </a:accent4>
      <a:accent5>
        <a:srgbClr val="10B981"/>
      </a:accent5>
      <a:accent6>
        <a:srgbClr val="3B82F6"/>
      </a:accent6>
      <a:hlink>
        <a:srgbClr val="0563C1"/>
      </a:hlink>
      <a:folHlink>
        <a:srgbClr val="954F72"/>
      </a:folHlink>
    </a:clrScheme>
    <a:fontScheme name="DarkSlid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arkSli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urn:particle-academy:dark-slide:mono-font">
      <ds:monoFont xmlns:ds="urn:particle-academy:dark-slide" typeface="Consolas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DarkSlide</Application>
  <AppVersion>0.4.0</AppVers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Proposal</dc:title>
  <dc:creator>Dark Slide</dc:creator>
  <cp:lastModifiedBy>Dark Slide</cp:lastModifiedBy>
  <dcterms:created xsi:type="dcterms:W3CDTF">2026-10-29T08:10:46Z</dcterms:created>
  <dcterms:modified xsi:type="dcterms:W3CDTF">2026-10-29T08:10:46Z</dcterms:modified>
</cp:coreProperties>
</file>